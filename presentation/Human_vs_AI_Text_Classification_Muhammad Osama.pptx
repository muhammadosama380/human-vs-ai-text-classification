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73" r:id="rId7"/>
    <p:sldId id="260" r:id="rId8"/>
    <p:sldId id="274" r:id="rId9"/>
    <p:sldId id="261" r:id="rId10"/>
    <p:sldId id="262" r:id="rId11"/>
    <p:sldId id="272" r:id="rId12"/>
    <p:sldId id="263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62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534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402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381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36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0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87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934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71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42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788E-4DF4-FB36-8AFA-812C08833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909" y="1458974"/>
            <a:ext cx="8977746" cy="1906073"/>
          </a:xfrm>
        </p:spPr>
        <p:txBody>
          <a:bodyPr>
            <a:normAutofit/>
          </a:bodyPr>
          <a:lstStyle/>
          <a:p>
            <a:pPr algn="ctr"/>
            <a:r>
              <a:rPr lang="en-US" sz="4050" b="1" dirty="0"/>
              <a:t>Human vs AI Text Classification</a:t>
            </a:r>
            <a:endParaRPr lang="en-US" sz="40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FA76E-3BFA-7C7F-BC75-154D057518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Muhammad Osama</a:t>
            </a:r>
          </a:p>
        </p:txBody>
      </p:sp>
      <p:pic>
        <p:nvPicPr>
          <p:cNvPr id="4" name="Picture 2" descr="AI-Generated vs. Human-Written Text: Technical Analysis | HackerNoon">
            <a:extLst>
              <a:ext uri="{FF2B5EF4-FFF2-40B4-BE49-F238E27FC236}">
                <a16:creationId xmlns:a16="http://schemas.microsoft.com/office/drawing/2014/main" id="{570E54B0-D798-A4B7-8B18-DA675A795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545" y="3726881"/>
            <a:ext cx="3117271" cy="201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246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Human vs AI Text Classification</a:t>
            </a:r>
          </a:p>
          <a:p>
            <a:r>
              <a:rPr dirty="0"/>
              <a:t>5000 samples (2500 Human, 2500 AI)</a:t>
            </a:r>
          </a:p>
          <a:p>
            <a:r>
              <a:rPr dirty="0"/>
              <a:t>2 columns: text, label</a:t>
            </a:r>
          </a:p>
          <a:p>
            <a:r>
              <a:rPr dirty="0"/>
              <a:t>Balanced dataset (equal samples per class)</a:t>
            </a:r>
          </a:p>
          <a:p>
            <a:r>
              <a:rPr dirty="0"/>
              <a:t>Labels: 0 = Human, 1 = AI</a:t>
            </a:r>
          </a:p>
          <a:p>
            <a:r>
              <a:rPr dirty="0"/>
              <a:t>Source:</a:t>
            </a:r>
            <a:r>
              <a:rPr lang="en-US" dirty="0"/>
              <a:t> Kaggle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Label Distribution: Balanced classes</a:t>
            </a:r>
          </a:p>
          <a:p>
            <a:r>
              <a:rPr dirty="0"/>
              <a:t>Word Cloud: Frequently used words</a:t>
            </a:r>
          </a:p>
          <a:p>
            <a:r>
              <a:rPr dirty="0"/>
              <a:t>Text Length: AI texts show more extreme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57E66-66EF-B11D-4177-316B0814B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3533119"/>
            <a:ext cx="3615327" cy="2425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0A2BFB-ED85-6CD6-280D-7092E2C9C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91" y="3533118"/>
            <a:ext cx="3615326" cy="24251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with SpaCy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Lemmatization (root word conversion)</a:t>
            </a:r>
          </a:p>
          <a:p>
            <a:r>
              <a:rPr dirty="0"/>
              <a:t>Lowercasing text</a:t>
            </a:r>
          </a:p>
          <a:p>
            <a:r>
              <a:rPr dirty="0"/>
              <a:t>Removing </a:t>
            </a:r>
            <a:r>
              <a:rPr lang="en-US" dirty="0" err="1"/>
              <a:t>S</a:t>
            </a:r>
            <a:r>
              <a:rPr dirty="0" err="1"/>
              <a:t>topwords</a:t>
            </a:r>
            <a:r>
              <a:rPr dirty="0"/>
              <a:t> &amp; </a:t>
            </a:r>
            <a:r>
              <a:rPr lang="en-US" dirty="0"/>
              <a:t>P</a:t>
            </a:r>
            <a:r>
              <a:rPr dirty="0"/>
              <a:t>unctuation</a:t>
            </a:r>
          </a:p>
          <a:p>
            <a:r>
              <a:rPr dirty="0"/>
              <a:t>Created new column: </a:t>
            </a:r>
            <a:r>
              <a:rPr dirty="0" err="1"/>
              <a:t>clean_text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E0BF0-DD01-5073-D02B-C9213E8CD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1" y="4055799"/>
            <a:ext cx="5645442" cy="1860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 – SpaCy TextCategorizer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Neural text classification model</a:t>
            </a:r>
          </a:p>
          <a:p>
            <a:r>
              <a:rPr dirty="0"/>
              <a:t>Captures semantic &amp; contextual patterns</a:t>
            </a:r>
          </a:p>
          <a:p>
            <a:r>
              <a:rPr dirty="0"/>
              <a:t>Hyperparameters tuned: width (64,128), dropout (0.3,0.5)</a:t>
            </a:r>
          </a:p>
          <a:p>
            <a:r>
              <a:rPr dirty="0"/>
              <a:t>Trained for 5 epochs per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9CA4-0F61-C254-3268-7D674F9E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FFA2-46AD-EF6F-0AFC-C9F0B129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1 – SpaCy TextCategorizer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E5D378-4C5C-3DD1-8FFB-7FC79AF6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27" y="2098930"/>
            <a:ext cx="4376414" cy="3626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904688-2EFE-C120-3329-D7A6ACAE1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836" y="2909456"/>
            <a:ext cx="3721251" cy="186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756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 – RandomForestClassifier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Classical ML model</a:t>
            </a:r>
          </a:p>
          <a:p>
            <a:r>
              <a:t>Uses bag-of-words features via CountVectorizer</a:t>
            </a:r>
          </a:p>
          <a:p>
            <a:r>
              <a:t>Hyperparameters tuned: n_estimators (100,200), max_depth (10,20)</a:t>
            </a:r>
          </a:p>
          <a:p>
            <a:r>
              <a:t>Trains fast and interpretable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2046-50BF-74FE-67F8-0A38E21F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FD55-96E5-3712-53ED-77D7980E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2 – RandomForestClassifier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88465-B015-5978-0289-32AE1041E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63" y="2122319"/>
            <a:ext cx="4211899" cy="3505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6E3C3-0946-FE12-AA8E-7D1AEDB4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83" y="3041879"/>
            <a:ext cx="4096054" cy="194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Hyperparameter Tuning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SpaCy: Best → width=64, dropout=0.5 → F1=0.9920</a:t>
            </a:r>
          </a:p>
          <a:p>
            <a:r>
              <a:t>RandomForest: Best → n_estimators=200, max_depth=20 → F1=0.9730</a:t>
            </a:r>
          </a:p>
          <a:p>
            <a:r>
              <a:t>Balancing capacity (width/depth) &amp; regularization (dropout) is key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SpaCy</a:t>
            </a:r>
            <a:r>
              <a:rPr dirty="0"/>
              <a:t>: Accuracy=99.1%, Recall=100%, F1=0.9920</a:t>
            </a:r>
          </a:p>
          <a:p>
            <a:r>
              <a:rPr dirty="0" err="1"/>
              <a:t>RandomForest</a:t>
            </a:r>
            <a:r>
              <a:rPr dirty="0"/>
              <a:t>: Accuracy=97.4%, Precision=100%, F1=0.9730</a:t>
            </a:r>
          </a:p>
          <a:p>
            <a:r>
              <a:rPr dirty="0"/>
              <a:t>Conclusion: </a:t>
            </a:r>
            <a:r>
              <a:rPr dirty="0" err="1"/>
              <a:t>SpaCy</a:t>
            </a:r>
            <a:r>
              <a:rPr dirty="0"/>
              <a:t> slightly better, RF still reliable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12E5-14A4-45CF-09CF-35DE77CA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8FDD-D642-C108-284B-E52A8CDC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9AEB76-5EC2-5504-BF38-D65C80EF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492" y="2034656"/>
            <a:ext cx="6571342" cy="395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3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SpaCy vs RandomForest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SpaCy</a:t>
            </a:r>
            <a:r>
              <a:rPr dirty="0"/>
              <a:t>: Captures semantics &amp; context, better for longer texts, high recall</a:t>
            </a:r>
          </a:p>
          <a:p>
            <a:r>
              <a:rPr dirty="0" err="1"/>
              <a:t>RandomForest</a:t>
            </a:r>
            <a:r>
              <a:rPr dirty="0"/>
              <a:t>: Fast training, easy interpretation, strong precision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9187-A29A-5418-4767-F5A0F992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72" y="2858216"/>
            <a:ext cx="7202456" cy="786926"/>
          </a:xfrm>
        </p:spPr>
        <p:txBody>
          <a:bodyPr>
            <a:normAutofit/>
          </a:bodyPr>
          <a:lstStyle/>
          <a:p>
            <a:pPr algn="ctr"/>
            <a:r>
              <a:rPr lang="en-US" sz="405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9680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</TotalTime>
  <Words>286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Human vs AI Text Classification</vt:lpstr>
      <vt:lpstr>Dataset</vt:lpstr>
      <vt:lpstr>Exploratory Data Analysis (EDA)</vt:lpstr>
      <vt:lpstr>Preprocessing with SpaCy</vt:lpstr>
      <vt:lpstr>Model 1 – SpaCy TextCategorizer</vt:lpstr>
      <vt:lpstr>Model 1 – SpaCy TextCategorizer</vt:lpstr>
      <vt:lpstr>Model 2 – RandomForestClassifier</vt:lpstr>
      <vt:lpstr>Model 2 – RandomForestClassifier</vt:lpstr>
      <vt:lpstr>Hyperparameter Tuning &amp; Results</vt:lpstr>
      <vt:lpstr>Model Comparison</vt:lpstr>
      <vt:lpstr>Model Comparison</vt:lpstr>
      <vt:lpstr>Strengths of SpaCy vs RandomForest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Osama, Muhammad</cp:lastModifiedBy>
  <cp:revision>10</cp:revision>
  <dcterms:created xsi:type="dcterms:W3CDTF">2013-01-27T09:14:16Z</dcterms:created>
  <dcterms:modified xsi:type="dcterms:W3CDTF">2025-08-16T03:41:07Z</dcterms:modified>
  <cp:category/>
</cp:coreProperties>
</file>